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89"/>
  </p:normalViewPr>
  <p:slideViewPr>
    <p:cSldViewPr snapToGrid="0">
      <p:cViewPr>
        <p:scale>
          <a:sx n="133" d="100"/>
          <a:sy n="133" d="100"/>
        </p:scale>
        <p:origin x="320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1633-2F29-5D95-B5F6-21546BE33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3032B-ABD6-1064-3F67-F8F17FBB6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067A9-014A-B7A9-DE9B-718E56AF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29/06/2026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EC5B-D408-357E-55B3-D91D8615C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9FB6F-B833-331F-FA55-7E5D07CD7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3232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4B8EE-F175-2EDD-E696-82002754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C837-8FDF-E6D8-B96B-CF2DD9FD4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F4BEF-5E23-5535-83AF-EDE60758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29/06/2026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3A0E6-ECD5-6E14-A453-A41B1880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0E2A-0754-F476-F41B-3D8471431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98324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3FE05-46BE-1689-95AB-144194778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2B610-20D6-B874-32AD-683CD082C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72091-7ADB-7308-73AA-F9403DB5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29/06/2026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36082-32BB-C694-B88D-B999FEDD5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7DF50-F961-F027-EF9C-E40B0779B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5830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7DDD3-A7CD-64DD-8490-119747CFB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04978-24B6-EB73-AFA4-E241FF5917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DCF78-544A-3396-C228-4F431EA67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C2D9A-2023-645F-BE22-D0C154139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29/06/2026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5D996-293E-1760-62A7-A23F0072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5025E-8147-8866-5E16-040E0C98F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0214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E983-2E1B-2B10-41F2-F47CD630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97670-E8A5-D5FF-3956-8C0204771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DC14C-B6FA-FCDE-9FEE-71C956B48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49681-97FB-1D55-ECEA-D0EA9CFE1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DC1489-8E81-F6C4-B05A-AEAD74F5A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39287E-F6F7-3B2F-C905-C905F8226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29/06/2026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E72939-6B4A-FDC1-33B6-D45C57E4B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C0F5E-7B00-1446-FAB0-2397145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5735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B82D-E32D-C369-FCE5-CD860989C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64B7C-F8E0-65EA-D647-0E9DC70A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29/06/2026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1113A-5064-B66B-5BE1-2E0D7C0D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7E967-E64C-8ED3-AA45-64E807A3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3501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D3024E-68D1-7BC4-6E4B-811EE0080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29/06/2026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2958D-02FF-B83E-0E39-F6E17A755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139CA-AA3B-692B-DA15-ED98CEDD9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0185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5F77-28AC-BFC4-1D5B-1E21A20E1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404D5-55A9-BDD4-E773-2439AE94C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02261-13BF-567F-C530-91B2633C2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3A2F6-7FA8-10B2-9E13-71A79968C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29/06/2026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FA5D0-CBD0-7524-9C81-E17CDE33D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06ACA-2EF4-BF99-C1E4-65F10B6D4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32911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4095-91C7-4E7B-F0C6-AF06AEC7F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524264-A4FA-446E-56D8-053AFD0EC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4AB0B-9DC8-A347-4FFC-6B95D0E1F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08728-C3C6-471D-AAB0-D511B0EB6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29/06/2026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A56AA-4F20-65EC-4EC6-656AA20D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9FDAF-A323-B639-9C99-5E98371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9568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7635-E5CA-4E03-ADA1-93CF53B4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8AEAC-CA0E-B911-F676-7AAC03917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DDD6F-4D76-BF8C-A801-4A3C964C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29/06/2026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AC6DE-3748-F301-84ED-74738835C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05BB5-81F1-5BA1-B775-A9AB41D7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9605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9A0C5A-A782-7B1A-F185-E46845B62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55676-516F-7C8D-FF1B-121AF82F3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AB78E-61A3-2F80-7261-341479A83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29/06/2026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8F25A-8A41-346F-6BB5-A519F095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4223D-B30C-577A-41D4-3EF2DB9BB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51444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E1AC49-A1D7-C662-DE97-1156A6D36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E9437-F4CA-7CCB-518D-54F7B48A8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59D79-4A54-CCA7-0525-C3BEFE747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FA075-6547-664A-8D67-8D66DAFE2461}" type="datetimeFigureOut">
              <a:rPr lang="en-FR" smtClean="0"/>
              <a:t>29/06/2026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DDDCD-DDDB-F538-0BE6-373B61FF4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A2A54-AE36-17D0-F96F-825E15795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0454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https://www.flowjo.com/storage/app/media/Logos/FlowJo-v11_Icon-App_Screen_648x648.png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Accelerate your discovery with the leading platform for single-cell flow cytometry analysis.">
            <a:extLst>
              <a:ext uri="{FF2B5EF4-FFF2-40B4-BE49-F238E27FC236}">
                <a16:creationId xmlns:a16="http://schemas.microsoft.com/office/drawing/2014/main" id="{77707D6A-D86A-6EA6-CFCA-BBAC97EDE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1574" y="2939900"/>
            <a:ext cx="2374900" cy="685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50924D-361F-07EB-39AE-C1915DF63C3F}"/>
              </a:ext>
            </a:extLst>
          </p:cNvPr>
          <p:cNvSpPr txBox="1"/>
          <p:nvPr/>
        </p:nvSpPr>
        <p:spPr>
          <a:xfrm>
            <a:off x="5839337" y="3536801"/>
            <a:ext cx="1219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</a:t>
            </a:r>
            <a:r>
              <a:rPr lang="en-FR" dirty="0"/>
              <a:t>ersion 10</a:t>
            </a:r>
          </a:p>
          <a:p>
            <a:pPr algn="ctr"/>
            <a:r>
              <a:rPr lang="en-FR" dirty="0"/>
              <a:t>.wsp</a:t>
            </a:r>
          </a:p>
        </p:txBody>
      </p:sp>
      <p:pic>
        <p:nvPicPr>
          <p:cNvPr id="12" name="Picture 11" descr="R">
            <a:extLst>
              <a:ext uri="{FF2B5EF4-FFF2-40B4-BE49-F238E27FC236}">
                <a16:creationId xmlns:a16="http://schemas.microsoft.com/office/drawing/2014/main" id="{B7EBAC0B-3B55-ED9E-9110-A866818E2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901" y="1436597"/>
            <a:ext cx="1146189" cy="888297"/>
          </a:xfrm>
          <a:prstGeom prst="rect">
            <a:avLst/>
          </a:prstGeom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4B696782-F417-8C48-4E62-EE9EEE1155DF}"/>
              </a:ext>
            </a:extLst>
          </p:cNvPr>
          <p:cNvSpPr/>
          <p:nvPr/>
        </p:nvSpPr>
        <p:spPr>
          <a:xfrm rot="19685777">
            <a:off x="2264511" y="2162639"/>
            <a:ext cx="1205305" cy="4846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dirty="0"/>
              <a:t>A: read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FB6AA3CD-2985-8AE2-13C8-60E3BA344E97}"/>
              </a:ext>
            </a:extLst>
          </p:cNvPr>
          <p:cNvSpPr/>
          <p:nvPr/>
        </p:nvSpPr>
        <p:spPr>
          <a:xfrm rot="1957230">
            <a:off x="5259980" y="2162639"/>
            <a:ext cx="1306375" cy="4846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dirty="0"/>
              <a:t>B: write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49B2A381-B180-24DA-7BD3-4EB3EB6D1621}"/>
              </a:ext>
            </a:extLst>
          </p:cNvPr>
          <p:cNvSpPr/>
          <p:nvPr/>
        </p:nvSpPr>
        <p:spPr>
          <a:xfrm flipH="1">
            <a:off x="3390546" y="3319200"/>
            <a:ext cx="1735964" cy="4846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dirty="0"/>
              <a:t>C: read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C1B5C71-8936-53B9-8331-4DC8DEDA9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2818" y="2933456"/>
            <a:ext cx="2192044" cy="4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F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4446BD-5681-E044-C0A3-24E90B318176}"/>
              </a:ext>
            </a:extLst>
          </p:cNvPr>
          <p:cNvGrpSpPr/>
          <p:nvPr/>
        </p:nvGrpSpPr>
        <p:grpSpPr>
          <a:xfrm>
            <a:off x="880582" y="2967146"/>
            <a:ext cx="2374900" cy="1188740"/>
            <a:chOff x="880582" y="2967146"/>
            <a:chExt cx="2374900" cy="1188740"/>
          </a:xfrm>
        </p:grpSpPr>
        <p:pic>
          <p:nvPicPr>
            <p:cNvPr id="4" name="Graphic 3" descr="Accelerate your discovery with the leading platform for single-cell flow cytometry analysis.">
              <a:extLst>
                <a:ext uri="{FF2B5EF4-FFF2-40B4-BE49-F238E27FC236}">
                  <a16:creationId xmlns:a16="http://schemas.microsoft.com/office/drawing/2014/main" id="{B9C02BAA-AFF2-D6BD-DFFC-96B0D5AB2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0582" y="2967146"/>
              <a:ext cx="2374900" cy="6858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712663-5B51-8524-D0F1-502BB50EDBB1}"/>
                </a:ext>
              </a:extLst>
            </p:cNvPr>
            <p:cNvSpPr txBox="1"/>
            <p:nvPr/>
          </p:nvSpPr>
          <p:spPr>
            <a:xfrm>
              <a:off x="1458345" y="3509555"/>
              <a:ext cx="121937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V</a:t>
              </a:r>
              <a:r>
                <a:rPr lang="en-FR" dirty="0"/>
                <a:t>ersion 11</a:t>
              </a:r>
            </a:p>
            <a:p>
              <a:pPr algn="ctr"/>
              <a:r>
                <a:rPr lang="en-FR" dirty="0"/>
                <a:t>.flowjo</a:t>
              </a:r>
            </a:p>
          </p:txBody>
        </p:sp>
        <p:pic>
          <p:nvPicPr>
            <p:cNvPr id="1025" name="Picture 1" descr="&lt;h2&gt;&lt;strong&gt;FlowJo™ Software v11 Early Access Versions&lt;/strong&gt;&lt;/h2&gt;">
              <a:extLst>
                <a:ext uri="{FF2B5EF4-FFF2-40B4-BE49-F238E27FC236}">
                  <a16:creationId xmlns:a16="http://schemas.microsoft.com/office/drawing/2014/main" id="{798763C6-409E-63FD-C519-61D861FFEB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r:link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2817" y="3022921"/>
              <a:ext cx="553757" cy="5537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273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2594</TotalTime>
  <Words>19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Bernd  JAGLA</dc:creator>
  <cp:lastModifiedBy>Bernd  JAGLA</cp:lastModifiedBy>
  <cp:revision>2</cp:revision>
  <dcterms:created xsi:type="dcterms:W3CDTF">2026-06-25T14:29:30Z</dcterms:created>
  <dcterms:modified xsi:type="dcterms:W3CDTF">2026-07-01T08:32:20Z</dcterms:modified>
</cp:coreProperties>
</file>