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21633-2F29-5D95-B5F6-21546BE33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3032B-ABD6-1064-3F67-F8F17FBB68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067A9-014A-B7A9-DE9B-718E56AF1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FA075-6547-664A-8D67-8D66DAFE2461}" type="datetimeFigureOut">
              <a:rPr lang="en-FR" smtClean="0"/>
              <a:t>25/06/2026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4EC5B-D408-357E-55B3-D91D8615C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9FB6F-B833-331F-FA55-7E5D07CD7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A43C5-E95A-F548-979C-76AA49D65B10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332322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4B8EE-F175-2EDD-E696-820027541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DC837-8FDF-E6D8-B96B-CF2DD9FD4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F4BEF-5E23-5535-83AF-EDE607589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FA075-6547-664A-8D67-8D66DAFE2461}" type="datetimeFigureOut">
              <a:rPr lang="en-FR" smtClean="0"/>
              <a:t>25/06/2026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D3A0E6-ECD5-6E14-A453-A41B1880F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10E2A-0754-F476-F41B-3D8471431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A43C5-E95A-F548-979C-76AA49D65B10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798324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3FE05-46BE-1689-95AB-144194778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82B610-20D6-B874-32AD-683CD082C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72091-7ADB-7308-73AA-F9403DB59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FA075-6547-664A-8D67-8D66DAFE2461}" type="datetimeFigureOut">
              <a:rPr lang="en-FR" smtClean="0"/>
              <a:t>25/06/2026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36082-32BB-C694-B88D-B999FEDD5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7DF50-F961-F027-EF9C-E40B0779B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A43C5-E95A-F548-979C-76AA49D65B10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158306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7DDD3-A7CD-64DD-8490-119747CFB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04978-24B6-EB73-AFA4-E241FF5917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BDCF78-544A-3396-C228-4F431EA67B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3C2D9A-2023-645F-BE22-D0C154139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FA075-6547-664A-8D67-8D66DAFE2461}" type="datetimeFigureOut">
              <a:rPr lang="en-FR" smtClean="0"/>
              <a:t>25/06/2026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5D996-293E-1760-62A7-A23F0072E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C5025E-8147-8866-5E16-040E0C98F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A43C5-E95A-F548-979C-76AA49D65B10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902141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BE983-2E1B-2B10-41F2-F47CD6300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097670-E8A5-D5FF-3956-8C0204771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8DC14C-B6FA-FCDE-9FEE-71C956B48D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E49681-97FB-1D55-ECEA-D0EA9CFE12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DC1489-8E81-F6C4-B05A-AEAD74F5A5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39287E-F6F7-3B2F-C905-C905F8226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FA075-6547-664A-8D67-8D66DAFE2461}" type="datetimeFigureOut">
              <a:rPr lang="en-FR" smtClean="0"/>
              <a:t>25/06/2026</a:t>
            </a:fld>
            <a:endParaRPr lang="en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E72939-6B4A-FDC1-33B6-D45C57E4B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2C0F5E-7B00-1446-FAB0-23971457B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A43C5-E95A-F548-979C-76AA49D65B10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457351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6B82D-E32D-C369-FCE5-CD860989C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D64B7C-F8E0-65EA-D647-0E9DC70A9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FA075-6547-664A-8D67-8D66DAFE2461}" type="datetimeFigureOut">
              <a:rPr lang="en-FR" smtClean="0"/>
              <a:t>25/06/2026</a:t>
            </a:fld>
            <a:endParaRPr lang="en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61113A-5064-B66B-5BE1-2E0D7C0D3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C7E967-E64C-8ED3-AA45-64E807A33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A43C5-E95A-F548-979C-76AA49D65B10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835018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D3024E-68D1-7BC4-6E4B-811EE0080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FA075-6547-664A-8D67-8D66DAFE2461}" type="datetimeFigureOut">
              <a:rPr lang="en-FR" smtClean="0"/>
              <a:t>25/06/2026</a:t>
            </a:fld>
            <a:endParaRPr lang="en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82958D-02FF-B83E-0E39-F6E17A755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139CA-AA3B-692B-DA15-ED98CEDD9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A43C5-E95A-F548-979C-76AA49D65B10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601855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75F77-28AC-BFC4-1D5B-1E21A20E1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404D5-55A9-BDD4-E773-2439AE94C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A02261-13BF-567F-C530-91B2633C2C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03A2F6-7FA8-10B2-9E13-71A79968C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FA075-6547-664A-8D67-8D66DAFE2461}" type="datetimeFigureOut">
              <a:rPr lang="en-FR" smtClean="0"/>
              <a:t>25/06/2026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FA5D0-CBD0-7524-9C81-E17CDE33D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906ACA-2EF4-BF99-C1E4-65F10B6D4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A43C5-E95A-F548-979C-76AA49D65B10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632911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64095-91C7-4E7B-F0C6-AF06AEC7F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524264-A4FA-446E-56D8-053AFD0ECB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F4AB0B-9DC8-A347-4FFC-6B95D0E1FF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408728-C3C6-471D-AAB0-D511B0EB6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FA075-6547-664A-8D67-8D66DAFE2461}" type="datetimeFigureOut">
              <a:rPr lang="en-FR" smtClean="0"/>
              <a:t>25/06/2026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9A56AA-4F20-65EC-4EC6-656AA20D4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E9FDAF-A323-B639-9C99-5E9837175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A43C5-E95A-F548-979C-76AA49D65B10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895687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C7635-E5CA-4E03-ADA1-93CF53B4A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C8AEAC-CA0E-B911-F676-7AAC039179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DDD6F-4D76-BF8C-A801-4A3C964C6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FA075-6547-664A-8D67-8D66DAFE2461}" type="datetimeFigureOut">
              <a:rPr lang="en-FR" smtClean="0"/>
              <a:t>25/06/2026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0AC6DE-3748-F301-84ED-74738835C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05BB5-81F1-5BA1-B775-A9AB41D71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A43C5-E95A-F548-979C-76AA49D65B10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296053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9A0C5A-A782-7B1A-F185-E46845B62E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555676-516F-7C8D-FF1B-121AF82F38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AB78E-61A3-2F80-7261-341479A83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FA075-6547-664A-8D67-8D66DAFE2461}" type="datetimeFigureOut">
              <a:rPr lang="en-FR" smtClean="0"/>
              <a:t>25/06/2026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8F25A-8A41-346F-6BB5-A519F095D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4223D-B30C-577A-41D4-3EF2DB9BB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A43C5-E95A-F548-979C-76AA49D65B10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851444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E1AC49-A1D7-C662-DE97-1156A6D36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4E9437-F4CA-7CCB-518D-54F7B48A83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59D79-4A54-CCA7-0525-C3BEFE7470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9FA075-6547-664A-8D67-8D66DAFE2461}" type="datetimeFigureOut">
              <a:rPr lang="en-FR" smtClean="0"/>
              <a:t>25/06/2026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DDDCD-DDDB-F538-0BE6-373B61FF4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8A2A54-AE36-17D0-F96F-825E157950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4A43C5-E95A-F548-979C-76AA49D65B10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104544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67F6D63-3192-1E4A-BC32-7CA35E0FE2E2}"/>
              </a:ext>
            </a:extLst>
          </p:cNvPr>
          <p:cNvGrpSpPr/>
          <p:nvPr/>
        </p:nvGrpSpPr>
        <p:grpSpPr>
          <a:xfrm>
            <a:off x="880582" y="2967146"/>
            <a:ext cx="2374900" cy="1188740"/>
            <a:chOff x="955010" y="2575737"/>
            <a:chExt cx="2374900" cy="1188740"/>
          </a:xfrm>
        </p:grpSpPr>
        <p:pic>
          <p:nvPicPr>
            <p:cNvPr id="4" name="Graphic 3" descr="Accelerate your discovery with the leading platform for single-cell flow cytometry analysis.">
              <a:extLst>
                <a:ext uri="{FF2B5EF4-FFF2-40B4-BE49-F238E27FC236}">
                  <a16:creationId xmlns:a16="http://schemas.microsoft.com/office/drawing/2014/main" id="{B9C02BAA-AFF2-D6BD-DFFC-96B0D5AB2F3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55010" y="2575737"/>
              <a:ext cx="2374900" cy="6858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1712663-5B51-8524-D0F1-502BB50EDBB1}"/>
                </a:ext>
              </a:extLst>
            </p:cNvPr>
            <p:cNvSpPr txBox="1"/>
            <p:nvPr/>
          </p:nvSpPr>
          <p:spPr>
            <a:xfrm>
              <a:off x="1532773" y="3118146"/>
              <a:ext cx="121937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V</a:t>
              </a:r>
              <a:r>
                <a:rPr lang="en-FR" dirty="0"/>
                <a:t>ersion 11</a:t>
              </a:r>
            </a:p>
            <a:p>
              <a:pPr algn="ctr"/>
              <a:r>
                <a:rPr lang="en-FR" dirty="0"/>
                <a:t>.flowjo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73ADBCA-CA39-2B3B-F35C-14F3EFC8208C}"/>
              </a:ext>
            </a:extLst>
          </p:cNvPr>
          <p:cNvGrpSpPr/>
          <p:nvPr/>
        </p:nvGrpSpPr>
        <p:grpSpPr>
          <a:xfrm>
            <a:off x="5261574" y="2939900"/>
            <a:ext cx="2374900" cy="1243232"/>
            <a:chOff x="955010" y="2575737"/>
            <a:chExt cx="2374900" cy="1243232"/>
          </a:xfrm>
        </p:grpSpPr>
        <p:pic>
          <p:nvPicPr>
            <p:cNvPr id="10" name="Graphic 9" descr="Accelerate your discovery with the leading platform for single-cell flow cytometry analysis.">
              <a:extLst>
                <a:ext uri="{FF2B5EF4-FFF2-40B4-BE49-F238E27FC236}">
                  <a16:creationId xmlns:a16="http://schemas.microsoft.com/office/drawing/2014/main" id="{77707D6A-D86A-6EA6-CFCA-BBAC97EDE92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55010" y="2575737"/>
              <a:ext cx="2374900" cy="6858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350924D-361F-07EB-39AE-C1915DF63C3F}"/>
                </a:ext>
              </a:extLst>
            </p:cNvPr>
            <p:cNvSpPr txBox="1"/>
            <p:nvPr/>
          </p:nvSpPr>
          <p:spPr>
            <a:xfrm>
              <a:off x="1532773" y="3172638"/>
              <a:ext cx="121937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V</a:t>
              </a:r>
              <a:r>
                <a:rPr lang="en-FR" dirty="0"/>
                <a:t>ersion 10</a:t>
              </a:r>
            </a:p>
            <a:p>
              <a:pPr algn="ctr"/>
              <a:r>
                <a:rPr lang="en-FR" dirty="0"/>
                <a:t>.wsp</a:t>
              </a:r>
            </a:p>
          </p:txBody>
        </p:sp>
      </p:grpSp>
      <p:pic>
        <p:nvPicPr>
          <p:cNvPr id="12" name="Picture 11" descr="R">
            <a:extLst>
              <a:ext uri="{FF2B5EF4-FFF2-40B4-BE49-F238E27FC236}">
                <a16:creationId xmlns:a16="http://schemas.microsoft.com/office/drawing/2014/main" id="{B7EBAC0B-3B55-ED9E-9110-A866818E2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901" y="1436597"/>
            <a:ext cx="1146189" cy="888297"/>
          </a:xfrm>
          <a:prstGeom prst="rect">
            <a:avLst/>
          </a:prstGeom>
        </p:spPr>
      </p:pic>
      <p:sp>
        <p:nvSpPr>
          <p:cNvPr id="13" name="Right Arrow 12">
            <a:extLst>
              <a:ext uri="{FF2B5EF4-FFF2-40B4-BE49-F238E27FC236}">
                <a16:creationId xmlns:a16="http://schemas.microsoft.com/office/drawing/2014/main" id="{4B696782-F417-8C48-4E62-EE9EEE1155DF}"/>
              </a:ext>
            </a:extLst>
          </p:cNvPr>
          <p:cNvSpPr/>
          <p:nvPr/>
        </p:nvSpPr>
        <p:spPr>
          <a:xfrm rot="19685777">
            <a:off x="2264511" y="2162639"/>
            <a:ext cx="1205305" cy="484632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FR" dirty="0"/>
              <a:t>A: read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FB6AA3CD-2985-8AE2-13C8-60E3BA344E97}"/>
              </a:ext>
            </a:extLst>
          </p:cNvPr>
          <p:cNvSpPr/>
          <p:nvPr/>
        </p:nvSpPr>
        <p:spPr>
          <a:xfrm rot="1957230">
            <a:off x="5259980" y="2162639"/>
            <a:ext cx="1306375" cy="484632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FR" dirty="0"/>
              <a:t>B: write</a:t>
            </a: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49B2A381-B180-24DA-7BD3-4EB3EB6D1621}"/>
              </a:ext>
            </a:extLst>
          </p:cNvPr>
          <p:cNvSpPr/>
          <p:nvPr/>
        </p:nvSpPr>
        <p:spPr>
          <a:xfrm flipH="1">
            <a:off x="3390546" y="3319200"/>
            <a:ext cx="1735964" cy="484632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FR" dirty="0"/>
              <a:t>C: read</a:t>
            </a:r>
          </a:p>
        </p:txBody>
      </p:sp>
    </p:spTree>
    <p:extLst>
      <p:ext uri="{BB962C8B-B14F-4D97-AF65-F5344CB8AC3E}">
        <p14:creationId xmlns:p14="http://schemas.microsoft.com/office/powerpoint/2010/main" val="152733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19</Words>
  <Application>Microsoft Macintosh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Bernd  JAGLA</dc:creator>
  <cp:lastModifiedBy>Bernd  JAGLA</cp:lastModifiedBy>
  <cp:revision>1</cp:revision>
  <dcterms:created xsi:type="dcterms:W3CDTF">2026-06-25T14:29:30Z</dcterms:created>
  <dcterms:modified xsi:type="dcterms:W3CDTF">2026-06-25T14:42:55Z</dcterms:modified>
</cp:coreProperties>
</file>